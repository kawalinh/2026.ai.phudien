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67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TNHH BG-TECH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AI CƠ BẢN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1148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PHƯỜNG PHÚ DIỄN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3429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</a:t>
            </a: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02 Buổi  –  Mỗi buổi 3 giờ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thực hiện:</a:t>
            </a: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BG-TECH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  –  Xây dựng Đảng  –  Quản lý Nhà nước hiện đại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BG-TECH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 MỆNH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giải pháp công nghệ AI tiên tiến, hỗ trợ chuyển đổi số cho cơ quan Nhà nước và doanh nghiệp Việt Nam.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18688" y="128016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280160"/>
            <a:ext cx="27432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8745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Đào tạo AI cơ bản &amp; nâng cao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Triển khai giải pháp số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Tư vấn chuyển đổi số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3056" y="128016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7432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54496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18745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Nội dung thực tiễn, dễ áp dụng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Giảng viên kinh nghiệm thực tế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Hỗ trợ sau đào tạo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www.bg-tech.vn  |  Công ty TNHH BG-TECH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CHƯƠNG TRÌNH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39496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8580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Phổ cập kiến thức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bị kiến thức cơ bản về AI, máy học, và các công cụ phổ biến như ChatGPT, Gemini, Copilot, Grok.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539496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68580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96596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011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dụng vào hành chính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AI vào công tác tuyên truyền, soạn thảo văn bản, thông báo, nghị quyết chi bộ.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539496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68580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&amp; Đạo đức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và thực hành các nguyên tắc sử dụng AI an toàn, bảo mật thông tin, đạo đức nghề nghiệp.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539496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68580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88620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Đảng hiện đại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thức AI là công cụ phục vụ công tác Đảng, quản lý nhà nước trong kỷ nguyên chuyển đổi số.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6400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2423160"/>
            <a:ext cx="21031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giờ / buổi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Phường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 Diễn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AI &amp; Thực hành Công cụ AI Phổ biến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170432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1170432"/>
            <a:ext cx="416052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– Khai mạc &amp; Tổng quan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 gì? Khái niệm cơ bản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khác biệt: AI, Máy học, ChatGPT, DeepSeek, Gemini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AI toàn cầu &amp; chủ trương của Đảng/Nhà nước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2724912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2724912"/>
            <a:ext cx="416052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72491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– Thực hành Công cụ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– Gemini – Copilot – Grok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tài khoản, thực hành soạn thông báo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hỏi, tạo nội dung, dịch đa ngôn ngữ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hình ảnh, viết truyện ngắn, viết lời nhạc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170432"/>
            <a:ext cx="416052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117043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AI PHỔ BIẾN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783080"/>
            <a:ext cx="41605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1783080"/>
            <a:ext cx="4572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6592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20756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– Hỏi đáp, soạn thảo văn bản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468880"/>
            <a:ext cx="41605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2468880"/>
            <a:ext cx="4572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2505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6592" y="27614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– Tích hợp G Suite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154680"/>
            <a:ext cx="41605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3154680"/>
            <a:ext cx="4572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34472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– Tích hợp Office 365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840480"/>
            <a:ext cx="41605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3840480"/>
            <a:ext cx="4572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38770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6592" y="41330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– Thông tin thời gian thực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63840" y="4480560"/>
            <a:ext cx="100584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63840" y="4480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AI &amp; Áp dụng vào Công tác Đảng Ủy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188720"/>
            <a:ext cx="283464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1188720"/>
            <a:ext cx="283464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– An toàn, Bảo mật &amp; Đạo đức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" y="182880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&amp; Nguyên tắc bảo mật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đạo đức sử dụng AI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pháp lý về AI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sử dụng AI an toàn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Thảo luận nhóm (5–7 người)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1188720"/>
            <a:ext cx="283464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82112" y="1188720"/>
            <a:ext cx="283464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3552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– Thực hành Ứng dụng tại Phường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nghị quyết chi bộ, tóm tắt ý kiến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Tuyên truyền chủ trương Đảng, chính sách Nhà nước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&amp; phân tích tài liệu bằng AI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Slide trình bày bằng AI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83464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188720"/>
            <a:ext cx="283464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54496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– Tổng kết &amp; Đánh giá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72784" y="182880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ý kiến đánh giá khoá học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ý kiến xây dựng nội dung thực hành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Bế mạc &amp; chụp ảnh lưu niệm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4480560"/>
            <a:ext cx="100584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4480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AI VÀO CÔNG VIỆC TẠI PHƯỜNG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cán bộ phường có thể làm ngay sau khoá học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27889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54864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44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Văn Bản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quyết chi bộ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họp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định kỳ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văn hành chính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298448"/>
            <a:ext cx="27889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298448"/>
            <a:ext cx="54864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344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Tuyên Truyền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75564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viết chủ trương Đảng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mạng xã hội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ảnh tuyên truyền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chính sách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298448"/>
            <a:ext cx="27889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17336" y="1298448"/>
            <a:ext cx="54864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54496" y="1344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Tài Liệu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175564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văn bản dài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ý kiến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thông tin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nội dung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07208"/>
            <a:ext cx="27889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2807208"/>
            <a:ext cx="54864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52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Dân Cư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6440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 thường gặp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thủ tục hành chính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ngôn ngữ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quy định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72968" y="2807208"/>
            <a:ext cx="27889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72968" y="2807208"/>
            <a:ext cx="54864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10128" y="2852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326440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công tác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sự kiện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nhiệm vụ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độ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17336" y="2807208"/>
            <a:ext cx="27889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17336" y="2807208"/>
            <a:ext cx="54864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54496" y="2852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326440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thuyết trình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kết quả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 thông tin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ngắn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0" y="44074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bởi BG-TECH  –  Phường Phú Diễn  –  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 công cụ phục vụ </a:t>
            </a: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người,
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thay thế </a:t>
            </a: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 bộ tận tâm.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60350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6035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vững công cụ AI giúp cán bộ làm việc hiệu quả hơn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AI đúng cách, an toàn, có đạo đức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hỗ trợ xây dựng Đảng, quản lý nhà nước hiện đại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tục học hỏi, cập nhật xu hướng công nghệ mới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457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BG-TECH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0" y="1051560"/>
            <a:ext cx="19202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188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hành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info@bg-tech.vn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www.bg-tech.vn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sự tham gia của Đảng Ủy &amp; Cán bộ Phường Phú Diễn!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PresentationFormat>On-screen Show (16:9)</PresentationFormat>
  <Paragraphs>130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trình Đào tạo AI cơ bản - Phường Phú Diễn</dc:title>
  <dc:subject>PptxGenJS Presentation</dc:subject>
  <dc:creator>PptxGenJS</dc:creator>
  <cp:lastModifiedBy>LE TRONG LINH(Le Trong Linh, Alex)</cp:lastModifiedBy>
  <cp:revision>1</cp:revision>
  <dcterms:created xsi:type="dcterms:W3CDTF">2026-02-26T06:12:42Z</dcterms:created>
  <dcterms:modified xsi:type="dcterms:W3CDTF">2026-02-26T06:16:18Z</dcterms:modified>
</cp:coreProperties>
</file>